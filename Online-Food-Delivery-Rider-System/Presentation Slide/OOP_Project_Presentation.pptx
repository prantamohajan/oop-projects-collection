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three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280160"/>
            <a:ext cx="4754880" cy="475488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480560"/>
            <a:ext cx="3291840" cy="32918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LAB PROJECT  |  CSE 1116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Food Delivery Rider Assignment &amp; Dispatch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OOP-Driven Real-Time Logistics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4068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Pranta Mohajan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0222510005101025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443484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46634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Sen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142232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0222510005101029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43484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6634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Paul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0222510005101033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CSE, Premier University, Chattogram  |  Section A  |  Session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rider assignment fails in real food delivery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822960" cy="82296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Assignment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pick riders by hand, wasting time and misjudging distance.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822960" cy="8229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Mismatch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motorbike on a short trip wastes fuel; a bicycle on a long trip delivers late.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645920"/>
            <a:ext cx="822960" cy="8229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Peak-Hour Bottleneck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rider is busy the system must not crash. It needs safe order tracking.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888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dispatcher that automatically picks the right vehicle by trip distance, tracks every order, and handles 'no rider free' with a custom exception.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Delivery Rider Assignment &amp; Dispatch System  |  CSE 1116 OOPL  | 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Features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three modular entities and six functional 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630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Entities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Person, Rider, BikeRider, CycleRider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inheritance + Assignable interface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12801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4630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customerName, restaurant, address, status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4630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GUI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DeliveryManager, RiderAssignmentGUI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+ ArrayList dispatch, Swing dashboard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431596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3159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Bike / Cycle rider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51960" y="4114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431596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0" y="43159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rider list &amp; status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46720" y="4114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431596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43159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delivery order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536752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53675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FR4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257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rider or throw exception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251960" y="516636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89120" y="536752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0" y="53675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FR5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5257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Delivered, free the rider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046720" y="516636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83880" y="5367528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83880" y="53675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FR6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5257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status log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Delivery Rider Assignment &amp; Dispatch System  |  CSE 1116 OOPL  | 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43200" cy="1609344"/>
          </a:xfrm>
          <a:prstGeom prst="rect">
            <a:avLst/>
          </a:prstGeom>
          <a:solidFill>
            <a:srgbClr val="FFFFFF"/>
          </a:solidFill>
          <a:ln w="22225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743200" cy="566928"/>
          </a:xfrm>
          <a:prstGeom prst="rect">
            <a:avLst/>
          </a:prstGeom>
          <a:solidFill>
            <a:srgbClr val="EDE9FE"/>
          </a:solidFill>
          <a:ln w="22225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60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&lt;&lt;abstract&gt;&gt;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54480"/>
            <a:ext cx="26334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-name: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-id: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-phone: String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63140"/>
            <a:ext cx="2743200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308860"/>
            <a:ext cx="2633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+getRoleDescription(): String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097280"/>
            <a:ext cx="2468880" cy="1394460"/>
          </a:xfrm>
          <a:prstGeom prst="rect">
            <a:avLst/>
          </a:prstGeom>
          <a:solidFill>
            <a:srgbClr val="FFFFFF"/>
          </a:solidFill>
          <a:ln w="22225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097280"/>
            <a:ext cx="2468880" cy="566928"/>
          </a:xfrm>
          <a:prstGeom prst="rect">
            <a:avLst/>
          </a:prstGeom>
          <a:solidFill>
            <a:srgbClr val="CCFBF1"/>
          </a:solidFill>
          <a:ln w="22225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097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&lt;&lt;interface&gt;&gt;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970532"/>
            <a:ext cx="2468880" cy="0"/>
          </a:xfrm>
          <a:prstGeom prst="line">
            <a:avLst/>
          </a:prstGeom>
          <a:noFill/>
          <a:ln w="15875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96512" y="201625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+assignOrder(Order 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+completeOrder()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743200" cy="2039112"/>
          </a:xfrm>
          <a:prstGeom prst="rect">
            <a:avLst/>
          </a:prstGeom>
          <a:solidFill>
            <a:srgbClr val="FFFFFF"/>
          </a:solidFill>
          <a:ln w="22225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743200" cy="566928"/>
          </a:xfrm>
          <a:prstGeom prst="rect">
            <a:avLst/>
          </a:prstGeom>
          <a:solidFill>
            <a:srgbClr val="EDE9FE"/>
          </a:solidFill>
          <a:ln w="22225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017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&lt;&lt;abstract&gt;&gt;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3611880"/>
            <a:ext cx="26334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-isAvailable: boolean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-vehicleType: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-currentOrder: Order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20540"/>
            <a:ext cx="2743200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366260"/>
            <a:ext cx="2633472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+calculateDeliveryTime(dist)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+assignOrder(Order 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+completeOrder()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2743200" cy="1211580"/>
          </a:xfrm>
          <a:prstGeom prst="rect">
            <a:avLst/>
          </a:prstGeom>
          <a:solidFill>
            <a:srgbClr val="FFFFFF"/>
          </a:solidFill>
          <a:ln w="22225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5440680"/>
            <a:ext cx="2743200" cy="384048"/>
          </a:xfrm>
          <a:prstGeom prst="rect">
            <a:avLst/>
          </a:prstGeom>
          <a:solidFill>
            <a:srgbClr val="FFEDD5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5440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BikeRider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5852160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-fuelLevel: double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-maxDistanceKm: double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345936"/>
            <a:ext cx="274320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" y="6391656"/>
            <a:ext cx="2633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+calculateDeliveryTime(dist)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5440680"/>
            <a:ext cx="2743200" cy="996696"/>
          </a:xfrm>
          <a:prstGeom prst="rect">
            <a:avLst/>
          </a:prstGeom>
          <a:solidFill>
            <a:srgbClr val="FFFFFF"/>
          </a:solidFill>
          <a:ln w="22225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5440680"/>
            <a:ext cx="2743200" cy="384048"/>
          </a:xfrm>
          <a:prstGeom prst="rect">
            <a:avLst/>
          </a:prstGeom>
          <a:solidFill>
            <a:srgbClr val="FFEDD5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5440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CycleRider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593592" y="5852160"/>
            <a:ext cx="263347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-maxLoadKg: double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6131052"/>
            <a:ext cx="274320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93592" y="6176772"/>
            <a:ext cx="2633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+calculateDeliveryTime(dist)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1965960"/>
            <a:ext cx="4480560" cy="1856232"/>
          </a:xfrm>
          <a:prstGeom prst="rect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965960"/>
            <a:ext cx="4480560" cy="384048"/>
          </a:xfrm>
          <a:prstGeom prst="rect">
            <a:avLst/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23760" y="1965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DeliveryManager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296912" y="2377440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-orderList: List&lt;Order&gt;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-riderMap: Map&lt;String, Rider&gt;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2871216"/>
            <a:ext cx="44805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96912" y="2916936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+addRider()  +addOrder()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+assignRider(Order 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+completeOrder(id)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+searchRider(id) / searchRider(type)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868680"/>
            <a:ext cx="2926080" cy="996696"/>
          </a:xfrm>
          <a:prstGeom prst="rect">
            <a:avLst/>
          </a:prstGeom>
          <a:solidFill>
            <a:srgbClr val="FFFFFF"/>
          </a:solidFill>
          <a:ln w="222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78240" y="868680"/>
            <a:ext cx="2926080" cy="384048"/>
          </a:xfrm>
          <a:prstGeom prst="rect">
            <a:avLst/>
          </a:prstGeom>
          <a:solidFill>
            <a:srgbClr val="E2E8F0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0" y="868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RiderAssignmentGUI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778240" y="1559052"/>
            <a:ext cx="292608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851392" y="1604772"/>
            <a:ext cx="28163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+initUI()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5029200"/>
            <a:ext cx="2651760" cy="1426464"/>
          </a:xfrm>
          <a:prstGeom prst="rect">
            <a:avLst/>
          </a:prstGeom>
          <a:solidFill>
            <a:srgbClr val="FFFFFF"/>
          </a:solidFill>
          <a:ln w="22225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66560" y="5029200"/>
            <a:ext cx="2651760" cy="384048"/>
          </a:xfrm>
          <a:prstGeom prst="rect">
            <a:avLst/>
          </a:prstGeom>
          <a:solidFill>
            <a:srgbClr val="CCFBF1"/>
          </a:solidFill>
          <a:ln w="22225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66560" y="5029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839712" y="5440680"/>
            <a:ext cx="25420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-orderId: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-customerName: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-status: String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66560" y="6149340"/>
            <a:ext cx="2651760" cy="0"/>
          </a:xfrm>
          <a:prstGeom prst="line">
            <a:avLst/>
          </a:prstGeom>
          <a:noFill/>
          <a:ln w="15875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84080" y="5029200"/>
            <a:ext cx="1920240" cy="996696"/>
          </a:xfrm>
          <a:prstGeom prst="rect">
            <a:avLst/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784080" y="5029200"/>
            <a:ext cx="1920240" cy="384048"/>
          </a:xfrm>
          <a:prstGeom prst="rect">
            <a:avLst/>
          </a:prstGeom>
          <a:solidFill>
            <a:srgbClr val="FEE2E2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8408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NoRiderAvailable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857232" y="5440680"/>
            <a:ext cx="18105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+message: String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84080" y="5719572"/>
            <a:ext cx="1920240" cy="0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84080" y="5029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00" dirty="0"/>
          </a:p>
        </p:txBody>
      </p:sp>
      <p:sp>
        <p:nvSpPr>
          <p:cNvPr id="56" name="Shape 54"/>
          <p:cNvSpPr/>
          <p:nvPr/>
        </p:nvSpPr>
        <p:spPr>
          <a:xfrm flipV="1">
            <a:off x="1828800" y="2697480"/>
            <a:ext cx="0" cy="320040"/>
          </a:xfrm>
          <a:prstGeom prst="line">
            <a:avLst/>
          </a:prstGeom>
          <a:noFill/>
          <a:ln w="2222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1417320" y="274320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 flipV="1">
            <a:off x="5257800" y="2743200"/>
            <a:ext cx="0" cy="1417320"/>
          </a:xfrm>
          <a:prstGeom prst="line">
            <a:avLst/>
          </a:prstGeom>
          <a:noFill/>
          <a:ln w="22225">
            <a:solidFill>
              <a:srgbClr val="0D9488"/>
            </a:solidFill>
            <a:prstDash val="dash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200400" y="4160520"/>
            <a:ext cx="2057400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3977640" y="4050792"/>
            <a:ext cx="9144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 flipV="1">
            <a:off x="1828800" y="5001768"/>
            <a:ext cx="0" cy="164592"/>
          </a:xfrm>
          <a:prstGeom prst="line">
            <a:avLst/>
          </a:prstGeom>
          <a:noFill/>
          <a:ln w="2222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828800" y="5166360"/>
            <a:ext cx="3063240" cy="0"/>
          </a:xfrm>
          <a:prstGeom prst="line">
            <a:avLst/>
          </a:prstGeom>
          <a:noFill/>
          <a:ln w="22225">
            <a:solidFill>
              <a:srgbClr val="F9731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828800" y="5166360"/>
            <a:ext cx="0" cy="274320"/>
          </a:xfrm>
          <a:prstGeom prst="line">
            <a:avLst/>
          </a:prstGeom>
          <a:noFill/>
          <a:ln w="22225">
            <a:solidFill>
              <a:srgbClr val="F9731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892040" y="5166360"/>
            <a:ext cx="0" cy="274320"/>
          </a:xfrm>
          <a:prstGeom prst="line">
            <a:avLst/>
          </a:prstGeom>
          <a:noFill/>
          <a:ln w="22225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108960" y="5056632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241280" y="1600200"/>
            <a:ext cx="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dash"/>
            <a:tailEnd type="arrow"/>
          </a:ln>
        </p:spPr>
      </p:sp>
      <p:sp>
        <p:nvSpPr>
          <p:cNvPr id="67" name="Text 65"/>
          <p:cNvSpPr txBox="1"/>
          <p:nvPr/>
        </p:nvSpPr>
        <p:spPr>
          <a:xfrm>
            <a:off x="9966960" y="1664208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 flipH="1">
            <a:off x="6035040" y="3566160"/>
            <a:ext cx="118872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6035040" y="3566160"/>
            <a:ext cx="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0" y="3566160"/>
            <a:ext cx="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080760" y="3456432"/>
            <a:ext cx="7772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 flipH="1">
            <a:off x="3200400" y="3566160"/>
            <a:ext cx="283464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arrow"/>
          </a:ln>
        </p:spPr>
      </p:sp>
      <p:sp>
        <p:nvSpPr>
          <p:cNvPr id="73" name="Shape 71"/>
          <p:cNvSpPr/>
          <p:nvPr/>
        </p:nvSpPr>
        <p:spPr>
          <a:xfrm>
            <a:off x="8138160" y="4343400"/>
            <a:ext cx="0" cy="6858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arrow"/>
          </a:ln>
        </p:spPr>
      </p:sp>
      <p:sp>
        <p:nvSpPr>
          <p:cNvPr id="74" name="Text 72"/>
          <p:cNvSpPr txBox="1"/>
          <p:nvPr/>
        </p:nvSpPr>
        <p:spPr>
          <a:xfrm>
            <a:off x="7726680" y="452628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744200" y="4343400"/>
            <a:ext cx="0" cy="685800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  <a:tailEnd type="arrow"/>
          </a:ln>
        </p:spPr>
      </p:sp>
      <p:sp>
        <p:nvSpPr>
          <p:cNvPr id="76" name="Text 74"/>
          <p:cNvSpPr txBox="1"/>
          <p:nvPr/>
        </p:nvSpPr>
        <p:spPr>
          <a:xfrm>
            <a:off x="10332720" y="452628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00400" y="4434840"/>
            <a:ext cx="3246120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6520" y="4434840"/>
            <a:ext cx="0" cy="123444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6520" y="5669280"/>
            <a:ext cx="320040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arrow"/>
          </a:ln>
        </p:spPr>
      </p:sp>
      <p:sp>
        <p:nvSpPr>
          <p:cNvPr id="80" name="Text 78"/>
          <p:cNvSpPr txBox="1"/>
          <p:nvPr/>
        </p:nvSpPr>
        <p:spPr>
          <a:xfrm>
            <a:off x="4114800" y="448056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0..1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766560" y="6419088"/>
            <a:ext cx="146304" cy="1463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67728" y="6382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772400" y="641908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973568" y="6382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778240" y="6419088"/>
            <a:ext cx="146304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979408" y="6382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784080" y="641908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985248" y="6382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789920" y="6419088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991088" y="6382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Key Methods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classes/interfaces, each with a single clear responsibility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44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37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getRoleDescription()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50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id, phone with getters/setters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34840" y="1344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Assignable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737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assignOrder()  completeOrder()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350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contract for every rider 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2344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0" y="1344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73736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1737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calculateDeliveryTime()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350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isAvailable, vehicleType, currentOrder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3035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BikeRider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342900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4290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class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calculateDeliveryTime()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041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Motorbike: fuelLevel, maxDistanceKm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51960" y="292608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434840" y="3035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CycleRider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4840" y="342900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34290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class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34840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calculateDeliveryTime()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4041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Bicycle: maxLoadKg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292608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0" y="3035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0" y="342900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0" y="34290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toString()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41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customer, restaurant, address, status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40080" y="472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NoRiderAvailableException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" y="512064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5120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440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Exception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733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when every rider is busy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51960" y="461772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434840" y="472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DeliveryManager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34840" y="512064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434840" y="5120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manager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434840" y="5440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assignRider()  searchRider()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434840" y="5733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riderMap (HashMap) + orderList (ArrayList)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046720" y="461772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229600" y="472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RiderAssignmentGUI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29600" y="512064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29600" y="5120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JFrame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229600" y="5440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initUI()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0" y="5733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JTable, JButton, JTextField dashboard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Delivery Rider Assignment &amp; Dispatch System  |  CSE 1116 OOPL  | 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OOP Concepts in Action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pillar of OOP is applied in the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532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508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94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private; access only through public getters/setters. DeliveryManager keeps its collections private.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41448" y="3200400"/>
            <a:ext cx="1860804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41448" y="3200400"/>
            <a:ext cx="1860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getters / setters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5532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508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194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&gt; Rider &gt; BikeRider / CycleRider. Children reuse name, id, phone and availability logic.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3200400"/>
            <a:ext cx="1860804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200400"/>
            <a:ext cx="1860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3-level hierarchy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44484" y="3200400"/>
            <a:ext cx="900684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4484" y="3200400"/>
            <a:ext cx="900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532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11480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114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8006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Bike: 30 km/h, Cycle: 12 km/h. rider.calculateDeliveryTime() runs the right version at runtime.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" y="58064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806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57400" y="5806440"/>
            <a:ext cx="35890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57400" y="5806440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overloading: searchRider(id / type)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886200"/>
            <a:ext cx="5532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4114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48006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abstract; Assignable exposes only assignOrder() and completeOrder() to the manager.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46520" y="580644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5806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56448" y="5806440"/>
            <a:ext cx="1092708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56448" y="5806440"/>
            <a:ext cx="1092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Delivery Rider Assignment &amp; Dispatch System  |  CSE 1116 OOPL  | 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Dispatch Logic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vehicle selection with a safe fallback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trip distance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2331720"/>
            <a:ext cx="2194560" cy="1645920"/>
          </a:xfrm>
          <a:prstGeom prst="diamond">
            <a:avLst/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5 km 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3154680"/>
            <a:ext cx="5486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 flipV="1">
            <a:off x="5303520" y="3154680"/>
            <a:ext cx="822960" cy="-109728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arrow"/>
          </a:ln>
        </p:spPr>
      </p:sp>
      <p:sp>
        <p:nvSpPr>
          <p:cNvPr id="12" name="Text 10"/>
          <p:cNvSpPr txBox="1"/>
          <p:nvPr/>
        </p:nvSpPr>
        <p:spPr>
          <a:xfrm>
            <a:off x="54406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Dispatch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CycleRider first (eco-friendly)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BikeRider if no cycle free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154680"/>
            <a:ext cx="822960" cy="109728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arrow"/>
          </a:ln>
        </p:spPr>
      </p:sp>
      <p:sp>
        <p:nvSpPr>
          <p:cNvPr id="16" name="Text 14"/>
          <p:cNvSpPr txBox="1"/>
          <p:nvPr/>
        </p:nvSpPr>
        <p:spPr>
          <a:xfrm>
            <a:off x="544068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5661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3566160"/>
            <a:ext cx="2743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BikeRider directly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range is limited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69680" y="2057400"/>
            <a:ext cx="5486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869680" y="4251960"/>
            <a:ext cx="5486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418320" y="13716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found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assignOrder()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On Delivery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18320" y="35661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35661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rider free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NoRiderAvailable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+ error dialog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94360" y="5321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km/h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852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BikeRider speed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5257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429000" y="5321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km/h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5852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CycleRider speed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5257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263640" y="5321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 h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5852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km trip by Bike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961120" y="5257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098280" y="5321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/ Bike / Cycle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5852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preference override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Exception Handling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lookups, ordered history, and crash-free failure handling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 Rider&gt;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rider by ID and update status instantly. Backs the overloaded searchRider().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17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riderMap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017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addRider()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30175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3017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searchRider()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ArrayList&lt;Order&gt;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89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incoming and completed orders in sequence for history and the pending queue.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2578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57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52578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31720" y="5257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52578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5257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(FR6)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NoRiderAvailableException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checked exception: extends Exception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2286000"/>
            <a:ext cx="5029200" cy="1554480"/>
          </a:xfrm>
          <a:prstGeom prst="rect">
            <a:avLst/>
          </a:prstGeom>
          <a:solidFill>
            <a:srgbClr val="16213A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manager.assignRider(order);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(NoRiderAvailableException e)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showErrorDialog(e.getMessage());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1148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all riders are busy or the vehicle choice is not eligible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friendly error dialog instead of crashing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unsafe double-assignment of a rider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Delivery Rider Assignment &amp; Dispatch System  |  CSE 1116 OOPL  | 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&amp; Dispatcher Dashboard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13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console: register riders, dispatch orders, track live status</a:t>
            </a:r>
            <a:endParaRPr lang="en-US" sz="1400" dirty="0"/>
          </a:p>
        </p:txBody>
      </p:sp>
      <p:pic>
        <p:nvPicPr>
          <p:cNvPr id="6" name="Image 0" descr="/mnt/user-data/uploads/Screenshot_2026-09-28_2118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6766560" cy="380390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7" name="Image 1" descr="/mnt/user-data/uploads/Screenshot_2026-09-28_21182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0" y="1234440"/>
            <a:ext cx="3749040" cy="380390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57200" y="525780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" y="5330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Management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riders, place orders, track the fleet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51960" y="525780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434840" y="5330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Status Board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vs On Delivery in real time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525780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29600" y="5330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Delivery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Delivery frees the rider, order is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Outcome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3-level Person &gt; Rider &gt; Bike/Cycle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overriding + overloading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Assignable interface + custom exception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/ ArrayList collections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GUI dispatcher 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9659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live map tracking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fuel calculation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rating and customer app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Q/A Session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Pranta Mohajan  (0222510005101025)     Shreya Sen  (0222510005101029)     Arpita Paul  (0222510005101033)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Food Delivery Rider Assignment &amp; Dispatch System</dc:title>
  <dc:subject>PptxGenJS Presentation</dc:subject>
  <dc:creator>PptxGenJS</dc:creator>
  <cp:lastModifiedBy>PptxGenJS</cp:lastModifiedBy>
  <cp:revision>1</cp:revision>
  <dcterms:created xsi:type="dcterms:W3CDTF">2026-09-28T15:29:03Z</dcterms:created>
  <dcterms:modified xsi:type="dcterms:W3CDTF">2026-09-28T15:29:03Z</dcterms:modified>
</cp:coreProperties>
</file>